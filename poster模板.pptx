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215995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25" d="100"/>
          <a:sy n="25" d="100"/>
        </p:scale>
        <p:origin x="368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180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2765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541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494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406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4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228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62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782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33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527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789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599525" cy="2834640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0502245" cy="13716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FEP-RLVE: Expected-Free-Energy Difficulty Selection</a:t>
            </a:r>
          </a:p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for Adaptive Verifiable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0502245" cy="82296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C7CEE0"/>
                </a:solidFill>
                <a:latin typeface="Arial"/>
              </a:rPr>
              <a:t>Curriculum by inference, not by rule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9BA6C2"/>
                </a:solidFill>
                <a:latin typeface="Arial"/>
              </a:rPr>
              <a:t>〈Your Name〉  ·  RL for LLM Reasoning with Environment Scaling  ·  baseline: RLVE (arXiv:2511.07317)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00400"/>
            <a:ext cx="10022522" cy="3931920"/>
          </a:xfrm>
          <a:prstGeom prst="rect">
            <a:avLst/>
          </a:prstGeom>
          <a:solidFill>
            <a:srgbClr val="F4F2EE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10128"/>
            <a:ext cx="10022522" cy="5486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Arial"/>
              </a:rPr>
              <a:t>1 ·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10022522" cy="31546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61F37"/>
                </a:solidFill>
                <a:latin typeface="Arial"/>
              </a:rPr>
              <a:t>RL stalls when difficulty drifts off the model's frontier: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161F37"/>
                </a:solidFill>
                <a:latin typeface="Arial"/>
              </a:rPr>
              <a:t>• too easy → group all-correct → 0 gradient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161F37"/>
                </a:solidFill>
                <a:latin typeface="Arial"/>
              </a:rPr>
              <a:t>• too hard → group all-wrong → 0 gradient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161F37"/>
                </a:solidFill>
                <a:latin typeface="Arial"/>
              </a:rPr>
              <a:t>Signal of a K-rollout group = U_K(p)=1−p^K−(1−p)^K,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C0392B"/>
                </a:solidFill>
                <a:latin typeface="Arial"/>
              </a:rPr>
              <a:t>maximal at success p = 0.5.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161F37"/>
                </a:solidFill>
                <a:latin typeface="Arial"/>
              </a:rPr>
              <a:t>RLVE raises difficulty only at acc ≥ 0.9 → sits at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C0392B"/>
                </a:solidFill>
                <a:latin typeface="Arial"/>
              </a:rPr>
              <a:t>U_K(0.9)≈0.57 ≪ U_K(0.5)≈0.99 : a low-signal regime.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7498080"/>
            <a:ext cx="10022522" cy="5120640"/>
          </a:xfrm>
          <a:prstGeom prst="rect">
            <a:avLst/>
          </a:prstGeom>
          <a:solidFill>
            <a:srgbClr val="F4F2EE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607808"/>
            <a:ext cx="10022522" cy="5486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Arial"/>
              </a:rPr>
              <a:t>2 · Method — minimize Expected Free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183880"/>
            <a:ext cx="10022522" cy="43434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1F37"/>
                </a:solidFill>
                <a:latin typeface="Arial"/>
              </a:rPr>
              <a:t>Treat 'which difficulty to train on' as ACTION SELECTION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under the Free Energy Principle. Keep a belief q(s) over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the model's latent competence; pick d by minimizing EFE: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C6E8F"/>
                </a:solidFill>
                <a:latin typeface="Arial"/>
              </a:rPr>
              <a:t>  G(d) = −λ_sig·U_K(p̂) − λ_info·I(s;o|d) + λ_cost·C(d)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C6E8F"/>
                </a:solidFill>
                <a:latin typeface="Arial"/>
              </a:rPr>
              <a:t>  π(d) ∝ exp(−G(d)/T)</a:t>
            </a: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C0392B"/>
                </a:solidFill>
                <a:latin typeface="Arial"/>
              </a:rPr>
              <a:t>pragmatic U_K : the DAPO learning signal (peak 0.5)</a:t>
            </a: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2C6E8F"/>
                </a:solidFill>
                <a:latin typeface="Arial"/>
              </a:rPr>
              <a:t>epistemic I(s;o|d): info gain about competence (peak 0.5)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T→0 ⇒ hard set-point at optimal 0.5 (vs RLVE's 0.9);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uncertain belief ⇒ explore; localized ⇒ exploit (auto).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IRT belief σ(a(s−d)), Bayesian update each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2984480"/>
            <a:ext cx="10022522" cy="3840480"/>
          </a:xfrm>
          <a:prstGeom prst="rect">
            <a:avLst/>
          </a:prstGeom>
          <a:solidFill>
            <a:srgbClr val="F4F2EE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094208"/>
            <a:ext cx="10022522" cy="5486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Arial"/>
              </a:rPr>
              <a:t>3 ·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670280"/>
            <a:ext cx="10022522" cy="30632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1F37"/>
                </a:solidFill>
                <a:latin typeface="Arial"/>
              </a:rPr>
              <a:t>Reproduce RLVE (SLIME) from ProRL-1.5B-v2, single H200.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RLVE-Gym verifiable envs + held-out envs. Same model,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compute, RL algo (DAPO); only the difficulty sampler differs.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Drop-in controller switched by DIFFICULTY_MODE; default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behavior is byte-for-byte RLVE.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28362" y="3200400"/>
            <a:ext cx="1002252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28362" y="3310128"/>
            <a:ext cx="10022522" cy="5486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Arial"/>
              </a:rPr>
              <a:t>Key idea: both signals peak at p = 0.5</a:t>
            </a:r>
          </a:p>
        </p:txBody>
      </p:sp>
      <p:pic>
        <p:nvPicPr>
          <p:cNvPr id="16" name="Picture 15" descr="poster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6962" y="3931920"/>
            <a:ext cx="9565322" cy="55797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1028362" y="8138160"/>
            <a:ext cx="10022522" cy="4937760"/>
          </a:xfrm>
          <a:prstGeom prst="rect">
            <a:avLst/>
          </a:prstGeom>
          <a:solidFill>
            <a:srgbClr val="F4F2EE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28362" y="8247888"/>
            <a:ext cx="10022522" cy="5486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Arial"/>
              </a:rPr>
              <a:t>4 · Four-arm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8362" y="8823960"/>
            <a:ext cx="10022522" cy="416052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Static        frozen d        → fixed difficulty fails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RLVE-90       raise at 0.9     → baseline (low signal)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Signal-RLVE   U_K only         → 0.5 band, no info gain</a:t>
            </a: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C0392B"/>
                </a:solidFill>
                <a:latin typeface="Arial"/>
              </a:rPr>
              <a:t>FEP-RLVE      U_K + info + EFE → full active inference</a:t>
            </a:r>
          </a:p>
          <a:p>
            <a:pPr algn="l">
              <a:lnSpc>
                <a:spcPct val="105000"/>
              </a:lnSpc>
            </a:pPr>
            <a:r>
              <a:rPr sz="800" b="0">
                <a:solidFill>
                  <a:srgbClr val="161F37"/>
                </a:solidFill>
                <a:latin typeface="Arial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1F37"/>
                </a:solidFill>
                <a:latin typeface="Arial"/>
              </a:rPr>
              <a:t>Signal-RLVE is the key ablation: only if FEP-RLVE beats it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does the epistemic info-gain (the FEP core) demonstrably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help — not just 'replace 0.9 with 0.5'.</a:t>
            </a:r>
          </a:p>
          <a:p>
            <a:pPr algn="l">
              <a:lnSpc>
                <a:spcPct val="105000"/>
              </a:lnSpc>
            </a:pPr>
            <a:r>
              <a:rPr sz="800" b="0">
                <a:solidFill>
                  <a:srgbClr val="161F37"/>
                </a:solidFill>
                <a:latin typeface="Arial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Metrics: effective sample ratio · competence-belief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trajectory · held-out generalization (before/after).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28362" y="13441680"/>
            <a:ext cx="10022522" cy="3840480"/>
          </a:xfrm>
          <a:prstGeom prst="rect">
            <a:avLst/>
          </a:prstGeom>
          <a:solidFill>
            <a:srgbClr val="F4F2EE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28362" y="13551408"/>
            <a:ext cx="10022522" cy="5486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Arial"/>
              </a:rPr>
              <a:t>5 · Takeaways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28362" y="14127480"/>
            <a:ext cx="10022522" cy="30632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1F37"/>
                </a:solidFill>
                <a:latin typeface="Arial"/>
              </a:rPr>
              <a:t>• Difficulty = a control target (EFE), not a 0.9 threshold.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161F37"/>
                </a:solidFill>
                <a:latin typeface="Arial"/>
              </a:rPr>
              <a:t>• One temperature knob unifies exploit / explore.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161F37"/>
                </a:solidFill>
                <a:latin typeface="Arial"/>
              </a:rPr>
              <a:t>• Actively infers competence → curriculum by inference.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• Validated offline: U_K &amp; info gain peak at 0.5; belief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  tracks rising competence (σ 1.2→0.06, explore→exploit).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Honest limit: when the model outgrows d_max all levels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1F37"/>
                </a:solidFill>
                <a:latin typeface="Arial"/>
              </a:rPr>
              <a:t>saturate → motivates environment scaling (RLVE thesis).</a:t>
            </a:r>
          </a:p>
        </p:txBody>
      </p:sp>
    </p:spTree>
    <p:extLst>
      <p:ext uri="{BB962C8B-B14F-4D97-AF65-F5344CB8AC3E}">
        <p14:creationId xmlns:p14="http://schemas.microsoft.com/office/powerpoint/2010/main" val="336738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bizhe bai</dc:creator>
  <cp:lastModifiedBy>bizhe bai</cp:lastModifiedBy>
  <cp:revision>1</cp:revision>
  <dcterms:created xsi:type="dcterms:W3CDTF">2025-05-27T02:41:39Z</dcterms:created>
  <dcterms:modified xsi:type="dcterms:W3CDTF">2025-05-27T02:54:51Z</dcterms:modified>
</cp:coreProperties>
</file>